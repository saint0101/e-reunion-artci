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2"/>
    <p:restoredTop sz="94671"/>
  </p:normalViewPr>
  <p:slideViewPr>
    <p:cSldViewPr snapToGrid="0" snapToObjects="1">
      <p:cViewPr varScale="1">
        <p:scale>
          <a:sx n="154" d="100"/>
          <a:sy n="154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5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QR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D6FF"/>
                </a:solidFill>
              </a:rPr>
              <a:t>Solution de Gestion Intelligente des Réunions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DD"/>
                </a:solidFill>
              </a:rPr>
              <a:t>Dématérialisez vos réunions · Tracez les présences · Pilotez vos actions</a:t>
            </a:r>
          </a:p>
        </p:txBody>
      </p:sp>
      <p:pic>
        <p:nvPicPr>
          <p:cNvPr id="9" name="Picture 8" descr="qr_reun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71600"/>
            <a:ext cx="201168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Scannez pour
une démo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Direction des Systèmes d'Information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constat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5778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73152" cy="1188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📋  Feuilles d'émargement papier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Perte de documents, falsifications possibles, archivage difficile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73152" cy="1188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⏱️  Absence de traçabilité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Aucun historique fiable des présences, impossible de contrôler rétrospectivement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55778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73152" cy="1188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📧  Invitations dispersées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E-mails manuels, relances oubliées, pas de confirmation de lecture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60320"/>
            <a:ext cx="55778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560320"/>
            <a:ext cx="73152" cy="1188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🗂️  Suivi des décisions inexistant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Les actions issues des réunions ne sont pas suivies, les délais dépassés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86200"/>
            <a:ext cx="55778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73152" cy="1188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977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📊  Zéro visibilité managériale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Pas de tableau de bord, pas de statistiques sur l'activité des réunions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74920"/>
            <a:ext cx="11430000" cy="7315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💡  Ces problèmes coûtent du temps, de l'argent et fragilisent la gouvernance de votre organisation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QR Meeting – La solution complète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697480" cy="21031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1615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Gestion des
Réunions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9280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Création guidée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Calendrier intégré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Statuts en temps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9534" y="1143000"/>
            <a:ext cx="2697480" cy="210312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6694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3894" y="121615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Présence
par QR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6694" y="189280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Scan depuis mobile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Formulaire intelligent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Zéro papier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39028" y="1143000"/>
            <a:ext cx="2697480" cy="210312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76188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3388" y="121615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Signature
Numérique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6188" y="189280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Canvas tactile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Intégrée au PDF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Valeur légale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48522" y="1143000"/>
            <a:ext cx="2697480" cy="2103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5682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2882" y="121615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Agenda
Structuré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5682" y="189280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Glisser-déposer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Notes de séance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Suivi des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83280"/>
            <a:ext cx="2697480" cy="2103120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5643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Invitations
Automatiques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3308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Email + confirmation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Relances auto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Accepter/Décliner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9534" y="3383280"/>
            <a:ext cx="2697480" cy="2103120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6694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3894" y="345643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Diligences
&amp;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6694" y="413308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Assignation nominative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Suivi d'avancement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Alertes dépassement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39028" y="3383280"/>
            <a:ext cx="2697480" cy="2103120"/>
          </a:xfrm>
          <a:prstGeom prst="rect">
            <a:avLst/>
          </a:prstGeom>
          <a:solidFill>
            <a:srgbClr val="148575"/>
          </a:solidFill>
          <a:ln>
            <a:solidFill>
              <a:srgbClr val="148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76188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3388" y="345643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Tableaux de
Bord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6188" y="413308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Stats temps réel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Graphiques Chart.js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Par direction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48522" y="3383280"/>
            <a:ext cx="2697480" cy="21031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85682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2882" y="345643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Exports
PDF / Word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5682" y="413308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Feuille d'émargement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Avec signatures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En un clic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Comment ça marche ? — Flux de présence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" y="1679174"/>
            <a:ext cx="1737360" cy="256032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" y="1816334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</a:rPr>
              <a:t>Créer</a:t>
            </a:r>
            <a:r>
              <a:rPr sz="1300" b="1" i="0" dirty="0">
                <a:solidFill>
                  <a:srgbClr val="FFFFFF"/>
                </a:solidFill>
              </a:rPr>
              <a:t> la
Réunion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" y="2593574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L'organisateur crée la réunion sur la plateforme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9696" y="1679177"/>
            <a:ext cx="1737360" cy="25603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340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340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1816337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QR Code
Généré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2593577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Un QR code unique est automatiquement généré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679177"/>
            <a:ext cx="1737360" cy="25603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914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14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A2B8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1816337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Afficher le
QR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2593577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Projeté en salle ou imprimé sur convocation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1679177"/>
            <a:ext cx="1737360" cy="256032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488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488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8A745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1816337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Scan
Smartphone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593577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Chaque participant scanne avec son téléphone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1896" y="1679177"/>
            <a:ext cx="1737360" cy="2560320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062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062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F42C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1816337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Formulaire
de Présence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593577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Saisie nom, prénom, organisation, fonction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35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69296" y="1679177"/>
            <a:ext cx="1737360" cy="2560320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63656" y="1115568"/>
            <a:ext cx="548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63656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3045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0736" y="1816337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Signature
Numérique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0736" y="2593577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Signature tactile sur l'écran du téléphone</a:t>
            </a:r>
          </a:p>
        </p:txBody>
      </p:sp>
      <p:pic>
        <p:nvPicPr>
          <p:cNvPr id="44" name="Picture 43" descr="qr_reun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72" y="4438996"/>
            <a:ext cx="1637607" cy="16376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A4A"/>
                </a:solidFill>
              </a:rPr>
              <a:t>Résultat : feuille d'émargement PDF avec signatures générée automatiquement — sans aucun papier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Signature numérique &amp; Export officiel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303520" cy="498348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✍️  Signature Numérique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Capture de signature via canvas tactile (mobile/tablette)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58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Compatible tous smartphones, sans application à installer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Signature encodée et stockée de façon sécurisée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924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Horodatage automatique de chaque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593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Possibilité de passer la signature (optionnel)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▸  Intégrée directement dans la feuille d'émargement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097280"/>
            <a:ext cx="580644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1097280"/>
            <a:ext cx="580644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1155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Export PDF — Feuille d'Émargement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916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En-tête officiel avec logo ARTCI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94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8 colonnes : N° · Nom · Prénom · Structure · Fonction · Contact · Email · Signature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697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Signatures numériques intégrées dans le tableau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042461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Génération en un clic depuis l'interface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520440"/>
            <a:ext cx="5806440" cy="2606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3520440"/>
            <a:ext cx="5806440" cy="45720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5387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Export Word — Rapport complet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1148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Format .docx éditable pour personnalisation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617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Mise en page professionnelle avec en-tête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Tableau des participants avec signatures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623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▸  Compatible Microsoft Word &amp; LibreOffice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 structuré &amp; Suivi des diligences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4864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486400" cy="47548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247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📝  Agenda Structuré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91640"/>
            <a:ext cx="534924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74980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Réorganisation par glisser-déposer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39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Modifiez l'ordre des points en drag-and-drop sans recharger la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14600"/>
            <a:ext cx="534924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514600"/>
            <a:ext cx="54864" cy="74980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560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Notes de séance par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862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Le secrétaire prend ses notes directement sur chaque point de l'ordre du jour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37560"/>
            <a:ext cx="534924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337560"/>
            <a:ext cx="54864" cy="74980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Barre de progression visuelle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685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Visualisez l'avancement de l'ordre du jour en temps réel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60520"/>
            <a:ext cx="534924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54864" cy="74980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206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Suivi des points traités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07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Marquez chaque point comme traité/non-traité d'un clic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983480"/>
            <a:ext cx="534924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4983480"/>
            <a:ext cx="54864" cy="74980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Durée et responsable assignés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330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Définissez le temps alloué et désignez un responsable pour chaque 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097280"/>
            <a:ext cx="562356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1097280"/>
            <a:ext cx="5623560" cy="47548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11247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Diligences &amp; Suivi des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691640"/>
            <a:ext cx="553212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169164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Assignation nominative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2039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Chaque action est assignée à une personne précise avec une échéance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514600"/>
            <a:ext cx="553212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251460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3368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3 statuts de suivi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En cours · Terminé · En retard — visualisation immédiate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337560"/>
            <a:ext cx="553212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17920" y="333756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3383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Commentaires de suivi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3685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Les responsables commentent l'avancement directement en ligne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160520"/>
            <a:ext cx="553212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17920" y="416052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73368" y="4206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Tableau de bord personnel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507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Chaque agent voit ses propres diligences sur son espace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983480"/>
            <a:ext cx="5532120" cy="74980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17920" y="498348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73368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Export des diligences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5330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Export complet par réunion pour reporting et contrôle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806440"/>
            <a:ext cx="5532120" cy="694944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17920" y="5806440"/>
            <a:ext cx="54864" cy="749808"/>
          </a:xfrm>
          <a:prstGeom prst="rect">
            <a:avLst/>
          </a:prstGeom>
          <a:solidFill>
            <a:srgbClr val="E83045"/>
          </a:solidFill>
          <a:ln>
            <a:solidFill>
              <a:srgbClr val="E8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73368" y="5852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Statistiques par direction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6153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Vue agrégée du taux de réalisation par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Tableaux de bord &amp; Statistiques en temps réel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2743200" cy="137160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Réunions
aujourd'hui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Suivi instantané des réunions du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70432"/>
            <a:ext cx="2743200" cy="1371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234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Participants
présents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Compteur en temps réel des émargements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70432"/>
            <a:ext cx="2743200" cy="137160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Réunions
cette semaine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Vue hebdomadaire consolidée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170432"/>
            <a:ext cx="2743200" cy="137160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234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Taux de
présence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Indicateur clé de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📈  Graphique répartition par statut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Donut Chart.js interactif — Planifiée · En cours · Terminée · Annulée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78892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278892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🏢  Statistiques par direction/service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918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Nombre de participants, taux de présence, exports CSV par organisation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78892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278892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📅  Prochaines réunions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918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Tableau des réunions à venir avec nombre d'inscrits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0624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20624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297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👥  Statistiques des utilisateurs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Répartition par rôle, activité par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20624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97680" y="420624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4297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🔄  Mise à jour automatique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Polling AJAX toutes les 30 secondes — données toujours fraîches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206240"/>
            <a:ext cx="374903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4206240"/>
            <a:ext cx="64008" cy="12801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4297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📧  Récapitulatif hebdomadaire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</a:rPr>
              <a:t>Email automatique chaque lundi aux administrateurs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Notifications automatiques &amp;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" cy="14630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2344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Invitation à la réunion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6002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Envoi automatique d'e-mails d'invitation avec lien de réponse
(Accepter / Décliner). Confirmation immédiate à l'organisateur.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48640" cy="146304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2344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Rappel J-1 automatique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002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La veille de chaque réunion, un e-mail de rappel est envoyé
automatiquement à tous les participants inscrits.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743200"/>
            <a:ext cx="548640" cy="146304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8346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Confirmation de présence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2004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Après enregistrement, le participant reçoit un e-mail de confirmation
avec un lien d'annulation si besoin.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432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2743200"/>
            <a:ext cx="548640" cy="1463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8346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Notification d'annulation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2004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Si la réunion est annulée, tous les participants inscrits reçoivent
immédiatement un e-mail d'information.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434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343400"/>
            <a:ext cx="548640" cy="1463040"/>
          </a:xfrm>
          <a:prstGeom prst="rect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4348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Envoi du compte-rendu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8006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En un clic, le secrétaire envoie le compte-rendu par e-mail
à tous les participants de la réunion.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43400"/>
            <a:ext cx="5577840" cy="14630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343400"/>
            <a:ext cx="548640" cy="14630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44348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Récapitulatif hebdomadaire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8006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Chaque lundi matin, un bilan de la semaine écoulée est
envoyé automatiquement aux administrateurs.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Sécurité, rôles &amp; intégration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24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 Profils utilisateurs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A4A"/>
                </a:solidFill>
              </a:rPr>
              <a:t>🔴 Administrateur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190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  ▸ Accès complet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351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Gestion des </a:t>
            </a:r>
            <a:r>
              <a:rPr sz="1100" b="0" i="0" dirty="0" err="1">
                <a:solidFill>
                  <a:srgbClr val="6C757D"/>
                </a:solidFill>
              </a:rPr>
              <a:t>utilisateurs</a:t>
            </a:r>
            <a:endParaRPr sz="1100" b="0" i="0" dirty="0">
              <a:solidFill>
                <a:srgbClr val="6C757D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33296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Tous les tableaux de 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96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Configuration </a:t>
            </a:r>
            <a:r>
              <a:rPr sz="1100" b="0" i="0" dirty="0" err="1">
                <a:solidFill>
                  <a:srgbClr val="6C757D"/>
                </a:solidFill>
              </a:rPr>
              <a:t>système</a:t>
            </a:r>
            <a:endParaRPr sz="1100" b="0" i="0" dirty="0">
              <a:solidFill>
                <a:srgbClr val="6C757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785" y="2798895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A2A4A"/>
                </a:solidFill>
              </a:rPr>
              <a:t>🟡 </a:t>
            </a:r>
            <a:r>
              <a:rPr sz="1250" b="1" i="0" dirty="0" err="1">
                <a:solidFill>
                  <a:srgbClr val="1A2A4A"/>
                </a:solidFill>
              </a:rPr>
              <a:t>Secrétaire</a:t>
            </a:r>
            <a:endParaRPr sz="1250" b="1" i="0" dirty="0">
              <a:solidFill>
                <a:srgbClr val="1A2A4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06240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</a:t>
            </a:r>
            <a:r>
              <a:rPr sz="1100" b="0" i="0" dirty="0" err="1">
                <a:solidFill>
                  <a:srgbClr val="6C757D"/>
                </a:solidFill>
              </a:rPr>
              <a:t>Création</a:t>
            </a:r>
            <a:r>
              <a:rPr sz="1100" b="0" i="0" dirty="0">
                <a:solidFill>
                  <a:srgbClr val="6C757D"/>
                </a:solidFill>
              </a:rPr>
              <a:t> de </a:t>
            </a:r>
            <a:r>
              <a:rPr sz="1100" b="0" i="0" dirty="0" err="1">
                <a:solidFill>
                  <a:srgbClr val="6C757D"/>
                </a:solidFill>
              </a:rPr>
              <a:t>réunions</a:t>
            </a:r>
            <a:endParaRPr sz="1100" b="0" i="0" dirty="0">
              <a:solidFill>
                <a:srgbClr val="6C757D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326814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  ▸ Gestion de l'agenda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5767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Envoi des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3723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  ▸ Saisie des diligences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785" y="393025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A2A4A"/>
                </a:solidFill>
              </a:rPr>
              <a:t>🟢 Participant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793" y="420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</a:t>
            </a:r>
            <a:r>
              <a:rPr sz="1100" b="0" i="0" dirty="0" err="1">
                <a:solidFill>
                  <a:srgbClr val="6C757D"/>
                </a:solidFill>
              </a:rPr>
              <a:t>Enregistrement</a:t>
            </a:r>
            <a:r>
              <a:rPr sz="1100" b="0" i="0" dirty="0">
                <a:solidFill>
                  <a:srgbClr val="6C757D"/>
                </a:solidFill>
              </a:rPr>
              <a:t> </a:t>
            </a:r>
            <a:r>
              <a:rPr sz="1100" b="0" i="0" dirty="0" err="1">
                <a:solidFill>
                  <a:srgbClr val="6C757D"/>
                </a:solidFill>
              </a:rPr>
              <a:t>présence</a:t>
            </a:r>
            <a:endParaRPr sz="1100" b="0" i="0" dirty="0">
              <a:solidFill>
                <a:srgbClr val="6C757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793" y="43936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Tableau de bord personnel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793" y="4570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Consultation des </a:t>
            </a:r>
            <a:r>
              <a:rPr sz="1100" b="0" i="0" dirty="0" err="1">
                <a:solidFill>
                  <a:srgbClr val="6C757D"/>
                </a:solidFill>
              </a:rPr>
              <a:t>réunions</a:t>
            </a:r>
            <a:endParaRPr sz="1100" b="0" i="0" dirty="0">
              <a:solidFill>
                <a:srgbClr val="6C757D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793" y="4762985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C757D"/>
                </a:solidFill>
              </a:rPr>
              <a:t>  ▸ </a:t>
            </a:r>
            <a:r>
              <a:rPr sz="1100" b="0" i="0" dirty="0" err="1">
                <a:solidFill>
                  <a:srgbClr val="6C757D"/>
                </a:solidFill>
              </a:rPr>
              <a:t>Suivi</a:t>
            </a:r>
            <a:r>
              <a:rPr sz="1100" b="0" i="0" dirty="0">
                <a:solidFill>
                  <a:srgbClr val="6C757D"/>
                </a:solidFill>
              </a:rPr>
              <a:t> de </a:t>
            </a:r>
            <a:r>
              <a:rPr sz="1100" b="0" i="0" dirty="0" err="1">
                <a:solidFill>
                  <a:srgbClr val="6C757D"/>
                </a:solidFill>
              </a:rPr>
              <a:t>ses</a:t>
            </a:r>
            <a:r>
              <a:rPr sz="1100" b="0" i="0" dirty="0">
                <a:solidFill>
                  <a:srgbClr val="6C757D"/>
                </a:solidFill>
              </a:rPr>
              <a:t> diligences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097280"/>
            <a:ext cx="365760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80" y="1097280"/>
            <a:ext cx="3657600" cy="47548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1124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 Sécurité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1664208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43400" y="1664208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7992" y="170078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HTTPS / SSL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19385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Chiffrement TLS 1.2 et 1.3 en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286000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43400" y="2286000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07992" y="23225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Tokens UUID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25603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Chaque lien de présence est unique et non réutilisable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2907792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43400" y="2907792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7992" y="29443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Changement mdp obligatoire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318211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À la première connexion d'un nouvel utilisateur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529584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43400" y="3529584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07992" y="35661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Sessions sécurisées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38039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Cookies sécurisés (Secure + HttpOnly)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4151376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43400" y="4151376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07992" y="4187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Protection CSRF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7992" y="44256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Tous les formulaires protégés contre les attaques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4773168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43400" y="4773168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07992" y="480974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Logs d'accès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07992" y="5047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Journalisation de toutes les actions critiques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5394960"/>
            <a:ext cx="356616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43400" y="5394960"/>
            <a:ext cx="54864" cy="56692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07992" y="543153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Déploiement Docker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07992" y="56692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Isolation des services, pas de ports exposés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1097280"/>
            <a:ext cx="356616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29600" y="1097280"/>
            <a:ext cx="3566160" cy="47548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11247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🔗  Intégrations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1664208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75320" y="1664208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9912" y="170078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Active Directory (LDAP)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9912" y="19385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Authentification via l'annuaire d'entreprise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2286000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275320" y="2286000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39912" y="232257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Office 365 / Exchange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9912" y="25603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Envoi d'e-mails via SMTP institutionnel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2907792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275320" y="2907792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439912" y="29443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PWA — Application Mobile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39912" y="318211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Installable sur iOS et Android sans app store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3529584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75320" y="3529584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39912" y="35661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API REST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9912" y="380390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Endpoints JSON pour intégration avec d'autres SI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75320" y="4151376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75320" y="4151376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39912" y="41879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Docker / Kubernetes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39912" y="442569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Déploiement cloud-ready et scalable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4773168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275320" y="4773168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439912" y="480974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PostgreSQL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9912" y="504748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Base de données robuste et performante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5394960"/>
            <a:ext cx="3474720" cy="566928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275320" y="5394960"/>
            <a:ext cx="54864" cy="5669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439912" y="54315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A4A"/>
                </a:solidFill>
              </a:rPr>
              <a:t>Redis + Celery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39912" y="5669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Tâches asynchrones pour les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Pourquoi choisir QR Meeting 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🇨🇮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Conçu pour l'Afrique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91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Interface en français, conforme aux réalités
locales, adapté aux connexions limitées (PWA)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7043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261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85623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947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Déploiement rapide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591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Opérationnel en moins d'une journée
via Docker, sans infrastructure complexe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17043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36393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85623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947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100% 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591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Aucune application à installer.
Le participant scanne et c'est tout.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4787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6393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3367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25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Données souveraines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365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Hébergement sur vos propres serveurs.
Vos données ne quittent jamais votre SI.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66217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37536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34797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44394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Personnalisable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711403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Logo, nom de l'organisation, domaine
propre, couleurs adaptables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662172"/>
            <a:ext cx="3657600" cy="214884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37536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2A4A"/>
                </a:solidFill>
              </a:rPr>
              <a:t>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47972"/>
            <a:ext cx="1371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4394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Coût total maîtrisé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711403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</a:rPr>
              <a:t>Solution open-source, zéro licence.
Uniquement le coût d'hébergement.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920240" cy="1143000"/>
          </a:xfrm>
          <a:prstGeom prst="rect">
            <a:avLst/>
          </a:prstGeom>
          <a:solidFill>
            <a:srgbClr val="17538A"/>
          </a:solidFill>
          <a:ln>
            <a:solidFill>
              <a:srgbClr val="17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COUCHE PRÉSENTATION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261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Navigateur Web + Smartphone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73736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Bootstrap 5 · Chart.js · SortableJS · Signature Pad · PWA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50592"/>
            <a:ext cx="114300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450592"/>
            <a:ext cx="1920240" cy="11430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7706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COUCHE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Serveur Django 5.2 / Python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999232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Gunicorn · Django REST · Celery (tâches async) · python-decouple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12464"/>
            <a:ext cx="114300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12464"/>
            <a:ext cx="1920240" cy="114300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403250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COUCHE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785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Base de données &amp;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261104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PostgreSQL 15 · Redis 7 · Sessions sécurisées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74336"/>
            <a:ext cx="114300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974336"/>
            <a:ext cx="192024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52943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047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Conteneurisation &amp; Réseau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52297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Docker Compose · Nginx (SSL/TLS) · Volumes persistants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Déploiement &amp; Mise en œuvre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743200" cy="50292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Semaine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2743200" cy="438912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27432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A4A"/>
                </a:solidFill>
              </a:rPr>
              <a:t>Analyse &amp; 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Audit de l'infrastructure existante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Installation Docker sur le serveur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Configuration SSL et nom de domaine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Paramétrage de la base de données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Semaine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645920"/>
            <a:ext cx="2743200" cy="438912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46120" y="1645920"/>
            <a:ext cx="27432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37560" y="166420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A4A"/>
                </a:solidFill>
              </a:rPr>
              <a:t>Configuration &amp; Intégration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240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Intégration Active Directory / LDAP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Configuration messagerie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94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Personnalisation (logo, nom organisation)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Import des utilisateurs et directions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143000"/>
            <a:ext cx="2743200" cy="5029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Semaine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645920"/>
            <a:ext cx="2743200" cy="438912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1645920"/>
            <a:ext cx="27432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166420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A4A"/>
                </a:solidFill>
              </a:rPr>
              <a:t>Formation &amp;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240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Formation administrateurs (4h)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Formation secrétaires (3h)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94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Formation participants (1h)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Tests end-to-end avec données réelles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1143000"/>
            <a:ext cx="2743200" cy="50292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Semaine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1645920"/>
            <a:ext cx="2743200" cy="438912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98280" y="1645920"/>
            <a:ext cx="27432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9720" y="166420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A4A"/>
                </a:solidFill>
              </a:rPr>
              <a:t>Go Live &amp;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40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Mise en production supervisée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Accompagnement lors des premières réunions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794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Ajustements post-démarrage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Documentation remise à l'équipe DSI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806440"/>
            <a:ext cx="11521440" cy="68580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🎯  Prérequis minimal : un serveur Linux (4 Go RAM, 2 vCPU, 50 Go SSD) · Python 3.12 · Docker Compose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QR Meeting — Solution de Gestion Intelligente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65471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</a:rPr>
              <a:t>Confidentiel – ARTCI 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 d'usage &amp; secteurs cibles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🏛️  Institutions publiques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Conseils de Ministres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Comités de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6946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Assemblées générales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Commissions inter-ministérielles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14300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14300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🏢  Entreprises privées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0992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CODIR / COMEX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3969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Réunions de projet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6946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Assemblées d'actionnaires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99923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Réunions de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14300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14300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🎓  Éducation &amp; Recherche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70992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Conseils pédagogiques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13969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Soutenances de thèse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6946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Comités scientifiques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99923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Réunions de labo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0332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370332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🏥  Santé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7024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Staff médical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70001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Comités d'éthique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Réunions de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55955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Formations continues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70332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97680" y="370332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3749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⚖️  Justice &amp; Régulation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7024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Audiences et comités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70001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Organes délibérants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12978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Instances de régulation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55955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Commissions d'enquête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70332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0" y="3703320"/>
            <a:ext cx="3657600" cy="475488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3749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🌍  Organisations internationales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270248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Conférences régionales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700016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Sommets africains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129784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Groupes de travail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55955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▸  Comités techniques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12188952" cy="6858000"/>
          </a:xfrm>
          <a:prstGeom prst="rect">
            <a:avLst/>
          </a:prstGeom>
          <a:solidFill>
            <a:srgbClr val="1A2A4A"/>
          </a:solidFill>
          <a:ln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Passez à l'action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F"/>
                </a:solidFill>
              </a:rPr>
              <a:t>QR Meeting est prêt à transformer la gestion de vos réunions.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DD"/>
                </a:solidFill>
              </a:rPr>
              <a:t>Dématérialisé · Sécurisé · Tracé · Automatisé · Made in Côte d'Ivoire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4340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4407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🌐  Démo en ligne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46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</a:rPr>
              <a:t>meeting.artci.ci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34340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4407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📧 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64608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A2A4A"/>
                </a:solidFill>
              </a:rPr>
              <a:t>dsi</a:t>
            </a:r>
            <a:r>
              <a:rPr sz="1300" b="0" i="0" dirty="0">
                <a:solidFill>
                  <a:srgbClr val="1A2A4A"/>
                </a:solidFill>
              </a:rPr>
              <a:t>@</a:t>
            </a:r>
            <a:r>
              <a:rPr lang="fr-FR" sz="1300" dirty="0" err="1">
                <a:solidFill>
                  <a:srgbClr val="1A2A4A"/>
                </a:solidFill>
              </a:rPr>
              <a:t>mail.ci</a:t>
            </a:r>
            <a:endParaRPr sz="1300" b="0" i="0" dirty="0">
              <a:solidFill>
                <a:srgbClr val="1A2A4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38160" y="434340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4407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📞  Téléphone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864608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2A4A"/>
                </a:solidFill>
              </a:rPr>
              <a:t>+225 </a:t>
            </a:r>
            <a:r>
              <a:rPr lang="fr-FR" sz="1300" b="0" i="0" dirty="0">
                <a:solidFill>
                  <a:srgbClr val="1A2A4A"/>
                </a:solidFill>
              </a:rPr>
              <a:t>00 00 00 00 00</a:t>
            </a:r>
            <a:endParaRPr sz="1300" b="0" i="0" dirty="0">
              <a:solidFill>
                <a:srgbClr val="1A2A4A"/>
              </a:solidFill>
            </a:endParaRPr>
          </a:p>
        </p:txBody>
      </p:sp>
      <p:pic>
        <p:nvPicPr>
          <p:cNvPr id="18" name="Picture 17" descr="qr_reun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0"/>
            <a:ext cx="173736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17220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0" i="0" dirty="0">
                <a:solidFill>
                  <a:srgbClr val="FFFFFF"/>
                </a:solidFill>
              </a:rPr>
              <a:t>QR MEETING </a:t>
            </a:r>
            <a:endParaRPr sz="100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1767</Words>
  <Application>Microsoft Macintosh PowerPoint</Application>
  <PresentationFormat>Personnalisé</PresentationFormat>
  <Paragraphs>336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Saint Root</cp:lastModifiedBy>
  <cp:revision>2</cp:revision>
  <dcterms:created xsi:type="dcterms:W3CDTF">2013-01-27T09:14:16Z</dcterms:created>
  <dcterms:modified xsi:type="dcterms:W3CDTF">2026-04-13T21:06:07Z</dcterms:modified>
  <cp:category/>
</cp:coreProperties>
</file>